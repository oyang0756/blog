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A2676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ECE2D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canvas-design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技能详解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beautiful visual art using design philosophy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 canvas-design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一个创建设计哲学的艺术技能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先创建设计哲学（美学宣言）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再将其转化为视觉艺术作品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输出格式：90% 视觉 + 10% 必要文字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最终交付：.pdf 或 .png 文件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D:/Claude_Project/loneliness-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371600"/>
            <a:ext cx="329184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3931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孤独主题作品示例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核心流程：两阶段创作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5486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Philosophy Creation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创建设计哲学（.md）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命名美学运动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撰写4-6段哲学阐述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定义视觉表达方向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3840480" cy="5486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Canvas Creation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5603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表达于画布之上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生成 .pdf 或 .png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90% 视觉 + 10% 文字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专家级工艺打磨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设计哲学：如何生成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命名美学运动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188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1-2个词，如"Brutalist Joy"、"Chromatic Silence"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撰写哲学阐述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4-6段，说明空间、色彩、构图、尺度、视觉层级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强调工艺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反复强调"专家级打磨"、"无数小时"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留有创意空间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为下一个Claude提供 interpretive choices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设计哲学示例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Concrete Poetry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通过纪念碑式形态和大胆几何进行交流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Chromatic Language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色彩作为主要信息系统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Analog Meditation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通过纹理和呼吸空间的安静视觉沉思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Organic Systems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自然聚集和模块化生长模式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画布创建原则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" cy="2743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视觉元素 + 10% 必要文字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74320" cy="2743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文字要稀疏、精准、融入视觉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274320" cy="2743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颜色受限但有凝聚力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274320" cy="2743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元素不重叠、不超出边界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274320" cy="274320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像博物馆级作品一样打磨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适用场景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海报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音乐节、展览、演出海报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艺术作品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抽象艺术、概念艺术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书籍封面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咖啡桌书籍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品牌物料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品牌手册、艺术装置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作品案例展示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D:/Claude_Project/61-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5661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国际儿童节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1" descr="D:/Claude_Project/loneliness-po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3566160" cy="2651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孤独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A2676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6D2E46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核心要点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设计哲学 → 视觉艺术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视觉 + 10% 文字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专家级工艺打磨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.pdf 或 .png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canvas-design 技能详解</dc:title>
  <dc:subject>PptxGenJS Presentation</dc:subject>
  <dc:creator>Claude</dc:creator>
  <cp:lastModifiedBy>Claude</cp:lastModifiedBy>
  <cp:revision>1</cp:revision>
  <dcterms:created xsi:type="dcterms:W3CDTF">2026-05-31T08:40:57Z</dcterms:created>
  <dcterms:modified xsi:type="dcterms:W3CDTF">2026-05-31T08:40:57Z</dcterms:modified>
</cp:coreProperties>
</file>